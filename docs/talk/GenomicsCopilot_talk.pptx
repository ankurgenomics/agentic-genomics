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21C9"/>
                </a:solidFill>
                <a:latin typeface="Consolas"/>
              </a:rPr>
              <a:t>LORONG AI COMMUNITY CREW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0B0B0B"/>
                </a:solidFill>
                <a:latin typeface="Georgia"/>
              </a:rPr>
              <a:t>GenomicsCopilot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52514E"/>
                </a:solidFill>
                <a:latin typeface="Calibri"/>
              </a:rPr>
              <a:t>Agentic AI for Variant Interpretation — Reasoning You Can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2514E"/>
                </a:solidFill>
                <a:latin typeface="Calibri"/>
              </a:rPr>
              <a:t>Ankur Sharma, PhD  ·  Agentic AI &amp; ML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21C9"/>
                </a:solidFill>
                <a:latin typeface="Consola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0B0B"/>
                </a:solidFill>
                <a:latin typeface="Georgia"/>
              </a:rPr>
              <a:t>Sequencing got 10,000× cheaper.</a:t>
            </a:r>
          </a:p>
          <a:p>
            <a:r>
              <a:rPr sz="3400" b="1">
                <a:solidFill>
                  <a:srgbClr val="0B0B0B"/>
                </a:solidFill>
                <a:latin typeface="Georgia"/>
              </a:rPr>
              <a:t>Interpretation didn't.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52514E"/>
                </a:solidFill>
                <a:latin typeface="Calibri"/>
              </a:rPr>
              <a:t>A single exome can return up to 20,000 raw variants. Clinical filtering narrows that to roughly two dozen that need real expert review — published studies put the median at 22. That review didn't scale with the sequencers. This is a supply problem. It has a software-shaped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21C9"/>
                </a:solidFill>
                <a:latin typeface="Consolas"/>
              </a:rPr>
              <a:t>NOT A LOOKUP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0B0B"/>
                </a:solidFill>
                <a:latin typeface="Georgia"/>
              </a:rPr>
              <a:t>You can't SQL your way to a diagnosis.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Calibri"/>
              </a:rPr>
              <a:t>•  "Which of these 40 rare variants are even in phenotype-relevant genes?"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Calibri"/>
              </a:rPr>
              <a:t>•  "Conflicting ClinVar entries, moderate CADD score — escalate or downgrade?"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Calibri"/>
              </a:rPr>
              <a:t>•  "SpliceAI predicts a donor loss, but gnomAD shows it in three homozygotes."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Calibri"/>
              </a:rPr>
              <a:t>•  Each weighs conflicting evidence — grounded reasoning, not lookup.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21C9"/>
                </a:solidFill>
                <a:latin typeface="Consolas"/>
              </a:rPr>
              <a:t>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B0B0B"/>
                </a:solidFill>
                <a:latin typeface="Georgia"/>
              </a:rPr>
              <a:t>GenomicsCopilot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Calibri"/>
              </a:rPr>
              <a:t>•  In: a VCF file, plus the patient's phenotype as HPO terms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Calibri"/>
              </a:rPr>
              <a:t>•  Out: ranked, explainable variants — full evidence chain, ACMG-lite call, audit trail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Calibri"/>
              </a:rPr>
              <a:t>•  Built on LangGraph. Every run hits live public data — no fixtures, no synthetic scores.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21C9"/>
                </a:solidFill>
                <a:latin typeface="Consolas"/>
              </a:rPr>
              <a:t>THE DESIGN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B0B0B"/>
                </a:solidFill>
                <a:latin typeface="Georgia"/>
              </a:rPr>
              <a:t>Agents reason. Pipelines compute.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Calibri"/>
              </a:rPr>
              <a:t>•  Deterministic (code): parse VCF, fetch ClinVar/gnomAD/CADD, apply ACMG rules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Calibri"/>
              </a:rPr>
              <a:t>•  Agentic (LLM): rank variants, write the narrative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Calibri"/>
              </a:rPr>
              <a:t>•  A second LLM fact-checks that narrative against the raw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21C9"/>
                </a:solidFill>
                <a:latin typeface="Consolas"/>
              </a:rPr>
              <a:t>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Georgia"/>
              </a:rPr>
              <a:t>One flow. Seven steps. One audit trail.</a:t>
            </a:r>
          </a:p>
        </p:txBody>
      </p:sp>
      <p:pic>
        <p:nvPicPr>
          <p:cNvPr id="4" name="Picture 3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6400800" cy="9601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21C9"/>
                </a:solidFill>
                <a:latin typeface="Consolas"/>
              </a:rPr>
              <a:t>NOT A MOCKUP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0B0B"/>
                </a:solidFill>
                <a:latin typeface="Georgia"/>
              </a:rPr>
              <a:t>This just ran. Live.</a:t>
            </a:r>
          </a:p>
        </p:txBody>
      </p:sp>
      <p:pic>
        <p:nvPicPr>
          <p:cNvPr id="4" name="Picture 3" descr="varian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515600" cy="71460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21C9"/>
                </a:solidFill>
                <a:latin typeface="Consolas"/>
              </a:rPr>
              <a:t>ONE VARIANT, FULL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Georgia"/>
              </a:rPr>
              <a:t>SCN1A  —  chr2:166044010 G&gt;A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B6302F"/>
                </a:solidFill>
              </a:rPr>
              <a:t>ACT · PATHOGENIC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Calibri"/>
              </a:rPr>
              <a:t>•  PVS1 — stop-gain in a gene where loss-of-function is a known disease mechanism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Calibri"/>
              </a:rPr>
              <a:t>•  PM2_Supporting — absent from gnomAD (~800K+ individuals)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Calibri"/>
              </a:rPr>
              <a:t>•  PP5 — ClinVar: Pathogenic, 7 concordant submitters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21C9"/>
                </a:solidFill>
                <a:latin typeface="Consolas"/>
              </a:rPr>
              <a:t>AND WHEN IT DOESN'T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Georgia"/>
              </a:rPr>
              <a:t>TP53  —  chr17:7674944 C&gt;T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92670A"/>
                </a:solidFill>
              </a:rPr>
              <a:t>MONITOR · UNCERTAIN SIGNIFICANCE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52514E"/>
                </a:solidFill>
                <a:latin typeface="Calibri"/>
              </a:rPr>
              <a:t>Rare, phenotype-relevant, predictors lean deleterious — but ClinVar itself has 8 submitters with no consensus. The system doesn't force a verdict: it reports uncertain, the same honesty a careful human reviewer would show.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21C9"/>
                </a:solidFill>
                <a:latin typeface="Consolas"/>
              </a:rPr>
              <a:t>THE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Georgia"/>
              </a:rPr>
              <a:t>Two independently-built classification</a:t>
            </a:r>
          </a:p>
          <a:p>
            <a:r>
              <a:rPr sz="2800" b="1">
                <a:solidFill>
                  <a:srgbClr val="0B0B0B"/>
                </a:solidFill>
                <a:latin typeface="Georgia"/>
              </a:rPr>
              <a:t>engines. Same facts. Different calls.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5029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2514E"/>
                </a:solidFill>
              </a:rPr>
              <a:t>GenomicsCopilot</a:t>
            </a:r>
          </a:p>
          <a:p>
            <a:r>
              <a:rPr sz="2600" b="1">
                <a:solidFill>
                  <a:srgbClr val="0B0B0B"/>
                </a:solidFill>
              </a:rPr>
              <a:t>Pathogenic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2834640"/>
            <a:ext cx="5029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2514E"/>
                </a:solidFill>
              </a:rPr>
              <a:t>Reviewer2 · independent engine · via MCP</a:t>
            </a:r>
          </a:p>
          <a:p>
            <a:r>
              <a:rPr sz="2600" b="1">
                <a:solidFill>
                  <a:srgbClr val="B6302F"/>
                </a:solidFill>
              </a:rPr>
              <a:t>Uncertain significance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8912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52514E"/>
                </a:solidFill>
                <a:latin typeface="Calibri"/>
              </a:rPr>
              <a:t>SCN1A, an epilepsy gene, isn't on Reviewer2's cancer-gene allow-list — an honest, inspectable scope difference between two separately engineered classifiers, surfaced automatically instead of silently averaged away.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21C9"/>
                </a:solidFill>
                <a:latin typeface="Consolas"/>
              </a:rPr>
              <a:t>WHERE THIS 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0B0B"/>
                </a:solidFill>
                <a:latin typeface="Georgia"/>
              </a:rPr>
              <a:t>Not more accurate. More trustworthy.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Calibri"/>
              </a:rPr>
              <a:t>•  Rule-based tools (InterVar, CharGer, Franklin) already classify well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Calibri"/>
              </a:rPr>
              <a:t>•  What's new: a narrative evidence chain per variant, not just a label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Calibri"/>
              </a:rPr>
              <a:t>•  Phenotype-aware ranking a rule table can't weigh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Calibri"/>
              </a:rPr>
              <a:t>•  Honest handling of ambiguity, and a second opinion instead of one unchecked score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21C9"/>
                </a:solidFill>
                <a:latin typeface="Consolas"/>
              </a:rPr>
              <a:t>BEYOND THIS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0B0B"/>
                </a:solidFill>
                <a:latin typeface="Georgia"/>
              </a:rPr>
              <a:t>This isn't a genomics pattern.</a:t>
            </a:r>
          </a:p>
          <a:p>
            <a:r>
              <a:rPr sz="3200" b="1">
                <a:solidFill>
                  <a:srgbClr val="0B0B0B"/>
                </a:solidFill>
                <a:latin typeface="Georgia"/>
              </a:rPr>
              <a:t>It's a trust pattern.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52514E"/>
                </a:solidFill>
                <a:latin typeface="Calibri"/>
              </a:rPr>
              <a:t>Peter's system decides a dose. Yusuke's detects a tumor. Both make judgment calls that matter. The pattern here, a second independent system checking the first, live, isn't specific to genomics — it could sit on top of either of theirs too, or any high-stakes model where a second check adds real value.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21C9"/>
                </a:solidFill>
                <a:latin typeface="Consolas"/>
              </a:rPr>
              <a:t>THE CLOSING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0B0B"/>
                </a:solidFill>
                <a:latin typeface="Georgia"/>
              </a:rPr>
              <a:t>Confidently wrong is worse</a:t>
            </a:r>
          </a:p>
          <a:p>
            <a:r>
              <a:rPr sz="3200" b="1">
                <a:solidFill>
                  <a:srgbClr val="0B0B0B"/>
                </a:solidFill>
                <a:latin typeface="Georgia"/>
              </a:rPr>
              <a:t>than honestly unsure.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52514E"/>
                </a:solidFill>
                <a:latin typeface="Calibri"/>
              </a:rPr>
              <a:t>Healthcare AI's biggest adoption blocker isn't capability, it's trust. Deterministic core. Narrow LLM reasoning surface. Self-fact-checking. Calibrated uncertainty. A template for any domain where being wrong is expensive.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21C9"/>
                </a:solidFill>
                <a:latin typeface="Consolas"/>
              </a:rPr>
              <a:t>LET'S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0B0B"/>
                </a:solidFill>
                <a:latin typeface="Georgia"/>
              </a:rPr>
              <a:t>Try it yourself. Let's talk.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Calibri"/>
              </a:rPr>
              <a:t>•  Live demo — agentic-genomic-ankursharma.streamlit.app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Calibri"/>
              </a:rPr>
              <a:t>•  Source, MIT licensed — github.com/ankurgenomics/agentic-genomics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